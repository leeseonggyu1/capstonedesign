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감마 학습 작동 구조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1069848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920240"/>
            <a:ext cx="1600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965960"/>
            <a:ext cx="1453896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이미지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 image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67712" y="2350008"/>
            <a:ext cx="237744" cy="0"/>
          </a:xfrm>
          <a:prstGeom prst="line">
            <a:avLst/>
          </a:prstGeom>
          <a:noFill/>
          <a:ln w="1778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78608" y="1920240"/>
            <a:ext cx="1600200" cy="868680"/>
          </a:xfrm>
          <a:prstGeom prst="rect">
            <a:avLst/>
          </a:prstGeom>
          <a:solidFill>
            <a:srgbClr val="E3F2E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965960"/>
            <a:ext cx="1453896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GammaNet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이미지별 γ 예측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2350008"/>
            <a:ext cx="237744" cy="0"/>
          </a:xfrm>
          <a:prstGeom prst="line">
            <a:avLst/>
          </a:prstGeom>
          <a:noFill/>
          <a:ln w="1778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62856" y="1920240"/>
            <a:ext cx="1600200" cy="868680"/>
          </a:xfrm>
          <a:prstGeom prst="rect">
            <a:avLst/>
          </a:prstGeom>
          <a:solidFill>
            <a:srgbClr val="E3F2E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965960"/>
            <a:ext cx="1453896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감마값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γ = 0.5~2.0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6208" y="2350008"/>
            <a:ext cx="237744" cy="0"/>
          </a:xfrm>
          <a:prstGeom prst="line">
            <a:avLst/>
          </a:prstGeom>
          <a:noFill/>
          <a:ln w="1778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47104" y="1920240"/>
            <a:ext cx="1600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0256" y="1965960"/>
            <a:ext cx="1453896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감마 보정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x' = x^γ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0456" y="2350008"/>
            <a:ext cx="237744" cy="0"/>
          </a:xfrm>
          <a:prstGeom prst="line">
            <a:avLst/>
          </a:prstGeom>
          <a:noFill/>
          <a:ln w="1778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31352" y="1920240"/>
            <a:ext cx="1600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04504" y="1965960"/>
            <a:ext cx="1453896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CenterNet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 검출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204704" y="2350008"/>
            <a:ext cx="237744" cy="0"/>
          </a:xfrm>
          <a:prstGeom prst="line">
            <a:avLst/>
          </a:prstGeom>
          <a:noFill/>
          <a:ln w="1778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515600" y="1920240"/>
            <a:ext cx="1600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88752" y="1965960"/>
            <a:ext cx="1453896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Detection Loss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hm + wh + off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78708" y="3246120"/>
            <a:ext cx="7936992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  <a:headEnd type="triangle"/>
          </a:ln>
        </p:spPr>
      </p:sp>
      <p:sp>
        <p:nvSpPr>
          <p:cNvPr id="22" name="Text 20"/>
          <p:cNvSpPr/>
          <p:nvPr/>
        </p:nvSpPr>
        <p:spPr>
          <a:xfrm>
            <a:off x="2834640" y="3456432"/>
            <a:ext cx="62179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loss.backward()로 detection loss gradient가 GammaNet까지 전달됨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4572000"/>
            <a:ext cx="6400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4572000"/>
            <a:ext cx="3931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감마 label을 맞히는 학습이 아님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17320" y="4983480"/>
            <a:ext cx="47548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검출 loss가 줄어드는 방향으로 GammaNet이 학습됨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17320" y="5394960"/>
            <a:ext cx="65836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gamma_loss = (γ - 1)^2 는 감마값이 과하게 튀지 않게 하는 보조항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결과값 비교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87552"/>
            <a:ext cx="1069848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3474720" cy="566928"/>
          </a:xfrm>
          <a:prstGeom prst="rect">
            <a:avLst/>
          </a:prstGeom>
          <a:solidFill>
            <a:srgbClr val="333333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81912"/>
            <a:ext cx="338328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06240" y="1508760"/>
            <a:ext cx="1051560" cy="566928"/>
          </a:xfrm>
          <a:prstGeom prst="rect">
            <a:avLst/>
          </a:prstGeom>
          <a:solidFill>
            <a:srgbClr val="333333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51960" y="1581912"/>
            <a:ext cx="9601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57800" y="1508760"/>
            <a:ext cx="1051560" cy="566928"/>
          </a:xfrm>
          <a:prstGeom prst="rect">
            <a:avLst/>
          </a:prstGeom>
          <a:solidFill>
            <a:srgbClr val="333333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581912"/>
            <a:ext cx="9601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AP50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508760"/>
            <a:ext cx="1051560" cy="566928"/>
          </a:xfrm>
          <a:prstGeom prst="rect">
            <a:avLst/>
          </a:prstGeom>
          <a:solidFill>
            <a:srgbClr val="333333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581912"/>
            <a:ext cx="9601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AP75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60920" y="1508760"/>
            <a:ext cx="1051560" cy="566928"/>
          </a:xfrm>
          <a:prstGeom prst="rect">
            <a:avLst/>
          </a:prstGeom>
          <a:solidFill>
            <a:srgbClr val="333333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1581912"/>
            <a:ext cx="9601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AR100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0" y="1508760"/>
            <a:ext cx="1920240" cy="566928"/>
          </a:xfrm>
          <a:prstGeom prst="rect">
            <a:avLst/>
          </a:prstGeom>
          <a:solidFill>
            <a:srgbClr val="333333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1581912"/>
            <a:ext cx="182880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대비 AP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2075688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148840"/>
            <a:ext cx="338328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 CenterNet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06240" y="2075688"/>
            <a:ext cx="1051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2148840"/>
            <a:ext cx="9601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0.491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57800" y="2075688"/>
            <a:ext cx="1051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2148840"/>
            <a:ext cx="9601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0.685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2075688"/>
            <a:ext cx="1051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148840"/>
            <a:ext cx="9601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0.577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60920" y="2075688"/>
            <a:ext cx="1051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2148840"/>
            <a:ext cx="9601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412480" y="2075688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2148840"/>
            <a:ext cx="182880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2642616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2715768"/>
            <a:ext cx="338328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감마 4epoch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06240" y="2642616"/>
            <a:ext cx="1051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51960" y="2715768"/>
            <a:ext cx="9601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0.439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257800" y="2642616"/>
            <a:ext cx="1051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2715768"/>
            <a:ext cx="9601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0.680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09360" y="2642616"/>
            <a:ext cx="1051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2715768"/>
            <a:ext cx="9601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0.486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60920" y="2642616"/>
            <a:ext cx="1051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6640" y="2715768"/>
            <a:ext cx="9601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0.566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412480" y="2642616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58200" y="2715768"/>
            <a:ext cx="182880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-0.052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31520" y="3209544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3282696"/>
            <a:ext cx="338328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감마 64epoch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206240" y="3209544"/>
            <a:ext cx="1051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51960" y="3282696"/>
            <a:ext cx="9601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0.577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257800" y="3209544"/>
            <a:ext cx="1051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0" y="3282696"/>
            <a:ext cx="9601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0.816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309360" y="3209544"/>
            <a:ext cx="1051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5080" y="3282696"/>
            <a:ext cx="9601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0.639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360920" y="3209544"/>
            <a:ext cx="1051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06640" y="3282696"/>
            <a:ext cx="9601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0.671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412480" y="3209544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58200" y="3282696"/>
            <a:ext cx="182880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+0.086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31520" y="3776472"/>
            <a:ext cx="3474720" cy="566928"/>
          </a:xfrm>
          <a:prstGeom prst="rect">
            <a:avLst/>
          </a:prstGeom>
          <a:solidFill>
            <a:srgbClr val="E3F0D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" y="3849624"/>
            <a:ext cx="338328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7D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감마 FT 50epoch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206240" y="3776472"/>
            <a:ext cx="1051560" cy="566928"/>
          </a:xfrm>
          <a:prstGeom prst="rect">
            <a:avLst/>
          </a:prstGeom>
          <a:solidFill>
            <a:srgbClr val="E3F0D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51960" y="3849624"/>
            <a:ext cx="9601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D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0.589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257800" y="3776472"/>
            <a:ext cx="1051560" cy="566928"/>
          </a:xfrm>
          <a:prstGeom prst="rect">
            <a:avLst/>
          </a:prstGeom>
          <a:solidFill>
            <a:srgbClr val="E3F0D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03520" y="3849624"/>
            <a:ext cx="9601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D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0.811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309360" y="3776472"/>
            <a:ext cx="1051560" cy="566928"/>
          </a:xfrm>
          <a:prstGeom prst="rect">
            <a:avLst/>
          </a:prstGeom>
          <a:solidFill>
            <a:srgbClr val="E3F0D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55080" y="3849624"/>
            <a:ext cx="9601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D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0.649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7360920" y="3776472"/>
            <a:ext cx="1051560" cy="566928"/>
          </a:xfrm>
          <a:prstGeom prst="rect">
            <a:avLst/>
          </a:prstGeom>
          <a:solidFill>
            <a:srgbClr val="E3F0D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06640" y="3849624"/>
            <a:ext cx="96012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D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0.671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8412480" y="3776472"/>
            <a:ext cx="1920240" cy="566928"/>
          </a:xfrm>
          <a:prstGeom prst="rect">
            <a:avLst/>
          </a:prstGeom>
          <a:solidFill>
            <a:srgbClr val="E3F0D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458200" y="3849624"/>
            <a:ext cx="182880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7D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+0.098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777240" y="4892040"/>
            <a:ext cx="685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508760" y="4892040"/>
            <a:ext cx="68580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감마 4epoch는 underfit이었고, 64epoch 이후 baseline을 넘음.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1508760" y="5303520"/>
            <a:ext cx="58521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7D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 모델: 전역 감마 fine-tuning 50epoch, AP 0.589.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Gamma Simple Summary</dc:title>
  <dc:subject>Global Gamma Simple Summary</dc:subject>
  <dc:creator>Codex</dc:creator>
  <cp:lastModifiedBy>Codex</cp:lastModifiedBy>
  <cp:revision>1</cp:revision>
  <dcterms:created xsi:type="dcterms:W3CDTF">2026-05-21T07:05:00Z</dcterms:created>
  <dcterms:modified xsi:type="dcterms:W3CDTF">2026-05-21T07:05:00Z</dcterms:modified>
</cp:coreProperties>
</file>